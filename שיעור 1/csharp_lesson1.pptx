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725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 לתכנות ב-#C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יסודות התכנות, סביבת הפיתוח Visual Studio וכתיבת קוד ראשונה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מדעי המחשב | כיתה י"א | שיעור ראשון - 3.5 שעות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נעשה היום? (סדר יום)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1: מבוא - מה זה תכנות ואלגוריתם, שפות תכנות, מהי C#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2: סביבת העבודה - מהי IDE, הכרת Visual Studio, יצירת פרויקט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3: כתיבת קוד ראשונה - מבנה תוכנית, הדפסה, הערות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4: משתנים, טיפוסים, קלט מהמשתמש ואופרטורים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5: תנאים (if / switch)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6: לולאות (while / do-while / for)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לאורך כל השיעור: המון דוגמאות ותרגילים לתרגול עצמי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מהו תכנות בכלל?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תכנות?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תכנות הוא כתיבת הוראות מדויקות וברורות למחשב, כדי שיבצע משימה מסוימת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המחשב מבצע בדיוק את מה שכתוב לו - לא את מה שהתכוונו! לכן דיוק הוא קריטי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תוכנה שאתם מכירים (וואטסאפ, נטפליקס, משחקים, אתרים) - בנויה מקוד שמישהו כתב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מתכנת/ת הוא מי שיודע לקחת בעיה מהעולם האמיתי ולתרגם אותה לשפה שהמחשב מבין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הפיתוח: הבנת הבעיה  ←  תכנון (אלגוריתם)  ←  כתיבת קוד  ←  בדיקה ותיקון (דיבוג)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מהו אלגוריתם?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אלגוריתם = רצף סופי וברור של צעדים לפתרון בעיה מסוימת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 מהחיים: מתכון בישול, הוראות הגעה ליעד, הוראות הרכבת רהיט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תכונות של אלגוריתם טוב: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צעד מוגדר וחד-משמעי (אין מקום לפרשנות)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סופי של צעדים - האלגוריתם חייב להסתיים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מוביל לתוצאה רצויה בכל מקרה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אלגוריתם למציאת הגדול מבין שני מספרים A ו-B:  (1) קבל A,B  (2) אם A&gt;B הדפס A, אחרת הדפס 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מחשבה (בעל פה, לפני מחשב)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כתבו בעברית פשוטה אלגוריתם להכנת כוס קפה הפוך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כתבו אלגוריתם שמחליט מי מבין שלושה תלמידים הכי גבוה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כתבו אלגוריתם להחלטה אם מספר נתון הוא זוגי או אי-זוגי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נסו למצוא מקרה שבו האלגוריתם שלכם 'נתקע' או לא ברור - איך תתקנו אותו?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שפות תכנות - איך המחשב מבין אותנו?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שפת מכונה (0 ו-1 בלבד) - השפה היחידה שהמעבד מבין ישירות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שפות ברמה נמוכה (כמו Assembly) - קרובות מאוד לחומרה, קשות לבני אדם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שפות ברמה גבוהה (#C, Java, Python, ++C...) - קרובות לשפת אדם, קלות יותר לכתיבה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קומפיילר (מהדר) - מתרגם את כל הקוד לשפת מכונה מראש, לפני ההרצה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מפרש (Interpreter) - מתרגם ומריץ שורה-שורה בזמן הריצה (למשל Python)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היא שפה מהודרת: הקוד מתורגם ל'שפת ביניים' (IL) ורץ תחת ה-.NET Runtime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 #C?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('סי-שארפ') - שפת תכנות שפיתחה חברת מיקרוסופט, שוחררה לראשונה ב-2000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שפה 'מונחית עצמים' (Object Oriented) - נלמד על כך בהרחבה בהמשך השנה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רצה על גבי סביבת ה-.NET Framework / .NET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משמשת לפיתוח: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אפליקציות ותוכנות Windows, אתרי אינטרנט (ASP.NET), שרתים, ומשחקים (מנוע Unity!)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שפה 'מוקלדת חזק' (Strongly Typed) - לכל משתנה חייב להיות טיפוס מוגדר מראש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זו השפה שנלמד השנה לקראת בחינת הבגרות במדעי המחשב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סביבת הפיתוח - Visual Studio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 סביבת פיתוח (IDE)?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= Integrated Development Environment - סביבת פיתוח משולבת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תוכנה אחת שמרכזת בתוכה את כל הכלים שמתכנת צריך לעבודה יומיומית: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עורך קוד (Editor) עם הדגשת תחביר צבעונית (Syntax Highlighting)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מהדר/בונה (Build) - הופך את הקוד שלנו לתוכנית שאפשר להריץ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מנפה שגיאות (Debugger) - עוזר לעקוב אחרי הקוד צעד-צעד ולמצוא באגים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קבצים ופרויקטים במקום אחד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 מוכרות: Visual Studio, Visual Studio Code, IntelliJ IDEA, PyCharm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בקורס הזה נעבוד עם Visual Studio (לא להתבלבל עם Visual Studio Code!)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הכרת ממשק Visual Studio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Explorer (סייר הפתרונות) - בד"כ מימין, מציג את כל קבצי הפרויקט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אזור העריכה (Editor) - במרכז המסך - כאן כותבים את הקוד בפועל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חלון הפלט (Output) - מציג הודעות בזמן בנייה (Build) והרצה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List - רשימת שגיאות ואזהרות בקוד (חשוב לבדוק לפני הרצה!)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ה-Start הירוק (▶) בסרגל הכלים - מריץ את התוכנית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קיצורי מקלדת חשובים:  F5 = הרצה עם דיבאגר   |   Ctrl+F5 = הרצה בלי דיבאגר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פרויקט חדש - שלב אחר שלב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פתחו את Visual Studio ובחרו Create a new project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בחרו בתבנית Console App (C#) - תוכנית קונסולה פשוטה (טקסט בלבד)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תנו לפרויקט שם באנגלית, ללא רווחים (למשל: MyFirstProject) ובחרו מיקום שמירה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בחרו את גרסת ה-.NET המומלצת (העדכנית ביותר) ולחצו Create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יפתח קובץ בשם Program.cs עם קצת קוד מוכן מראש - זה מה שנבין בשקף הבא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קוד ראשונה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תוכנית בסיסית ב-#C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MyFirstProject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Program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static void Main(string[] args)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Console.WriteLine("Hello, World!");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11274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System; - 'ייבוא' ספריית כלים בסיסית של השפה, כדי שנוכל להשתמש למשל ב-Console</a:t>
            </a:r>
            <a:endParaRPr lang="en-US" sz="13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- מרחב שמות, משמש לארגון הקוד, לרוב נקרא כשם הפרויקט</a:t>
            </a:r>
            <a:endParaRPr lang="en-US" sz="13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Program - מחלקה: בשפת #C כל קוד חייב להיות בתוך מחלקה כלשהי</a:t>
            </a:r>
            <a:endParaRPr lang="en-US" sz="13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void Main(...) - זוהי הפונקציה הראשית! נקודת ההתחלה של כל תוכנית - כאן המחשב מתחיל לרוץ</a:t>
            </a:r>
            <a:endParaRPr lang="en-US" sz="13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שורת פקודה מסתיימת בנקודה-פסיק ; והבלוקים מוקפים בסוגריים מסולסלים { 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הדפסה למסך: WriteLine ו-Write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292608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WriteLine - מדפיס ועובר לשורה הבאה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Console.WriteLine("שלום");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Console.WriteLine("עולם");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Shalom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Olam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 - מדפיס בלי לעבור שורה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Console.Write("שלום 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Console.Write("עולם");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Shalom Olam   (same line)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112745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לחבר מספר ערכים בהדפסה אחת בעזרת + : Console.WriteLine("גיל: " + age);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גם בעזרת String Interpolation: Console.WriteLine($"גיל: {age}");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הערות בקוד (Comments)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הערת שורה בודדת:   // זוהי הערה</a:t>
            </a:r>
            <a:endParaRPr lang="en-US" sz="18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הערת בלוק (כמה שורות):   /* זוהי הערה ארוכה */</a:t>
            </a:r>
            <a:endParaRPr lang="en-US" sz="18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ההערות אינן מבוצעות ע"י המחשב כלל - הן קיימות רק כהסבר לבני אדם</a:t>
            </a:r>
            <a:endParaRPr lang="en-US" sz="18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כולל אתכם! בעוד חודש תשכחו למה כתבתם קוד מסוים - הערה טובה תחסוך זמן</a:t>
            </a:r>
            <a:endParaRPr lang="en-US" sz="18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הערות ברורות היא הרגל מקצועי חשוב אצל כל מתכנת/ת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1 - היכרות עם הדפסה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צרו פרויקט חדש והדפיסו למסך את השם המלא שלכם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הדפיסו משפט על פני 3 שורות נפרדות (3 קריאות ל-WriteLine)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צרו 'ציור' פשוט מתווים - לדוגמה משולש של כוכביות (*) בעזרת מספר שורות WriteLine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השתמשו ב-Write וב-WriteLine יחד כדי להדפיס שם ואז גיל על אותה שורה בדיוק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הוסיפו בראש הקובץ הערת שורה עם שמכם ותאריך של היום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משתנים, טיפוסים וקלט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משתנים (Variables)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Syntax: type name = value;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17;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Declare without initializing, assign later: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95;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Changing an existing variable: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18;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251960"/>
            <a:ext cx="11274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משתנה הוא 'תיבה' בזיכרון המחשב שיש לה שם, טיפוס וערך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משתנה לא יכול להתחיל בספרה, ואינו יכול להכיל רווחים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השפה רגישה לאותיות גדולות/קטנות: age שונה לגמרי מ-Age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מומלץ: שמות באנגלית וברורים, בסגנון camelCase כמו studentAge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טיפוסי נתונים בסיסיים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329184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470263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דוגמה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3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תיאור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3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טיפוס (Type)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361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5,  -12,  2024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מספר שלם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3.14,  -0.5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מספר עשרוני (מדויק)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3.14f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מספר עשרוני (פחות מדויק)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'A',  '5'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תו בודד (במרכאות בודדות)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"Hello"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מחרוזת טקסט (במרכאות כפולות)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/ 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ערך אמת או שקר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9204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string נכתב תמיד עם מרכאות כפולות " " , ואילו char עם מרכאות בודדות ' '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קלט מהמשתמש - Console.ReadLine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ReadLine always returns a string!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Console.Write("מה שמך? 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Console.ReadLine();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 get a number - must convert: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Console.Write("מה גילך? 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Convert.ToInt32(Console.ReadLine());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Console.WriteLine("שלום " + name + ", גילך " + age);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112745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Console.ReadLine() - קורא שורת טקסט שהמשתמש הקליד ולוחץ Enter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המרות נפוצות: Convert.ToInt32(...) למספר שלם, Convert.ToDouble(...) למספר עשרוני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2 - משתנים וקלט מהמשתמש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תוכנית שמבקשת שם וגיל, ומדפיסה: "שלום [שם], בעוד שנה תהיה/י בן/בת [גיל+1]"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תוכנית שמבקשת שני מספרים שלמים ומדפיסה את סכומם ואת מכפלתם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תוכנית שמבקשת רדיוס של עיגול ומחשבת את שטחו (היעזרו ב-Math.PI וב-double)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תוכנית שמבקשת מחיר מוצר ואחוז הנחה, ומדפיסה את המחיר הסופי אחרי ההנחה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אופרטורים חשבוניים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 חיבור      -   חיסור      *   כפל      /   חילוק      %   מודולו (שארית חלוקה)</a:t>
            </a:r>
            <a:endParaRPr lang="en-US" sz="20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אזהרה חשובה: חילוק שלם בין שני int מחזיר int בלבד (מעוגל כלפי מטה)! לדוגמה: 7 / 2 = 3</a:t>
            </a:r>
            <a:endParaRPr lang="en-US" sz="20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כדי לקבל תוצאה עשרונית מדויקת, לפחות אחד מהמספרים חייב להיות double: 7.0 / 2 = 3.5</a:t>
            </a:r>
            <a:endParaRPr lang="en-US" sz="20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האופרטור % שימושי מאוד לבדיקת זוגיות: num % 2 == 0 בודק אם num הוא זוגי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אופרטורים שכדאי להכיר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הגדלה/הקטנה ב-1:   age++;   שקול ל:   age = age + 1;    (ובדומה age--;)</a:t>
            </a:r>
            <a:endParaRPr lang="en-US" sz="18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אופרטורי השמה מקוצרים:   +=   -=   *=   /=   %=</a:t>
            </a:r>
            <a:endParaRPr lang="en-US" sz="18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לדוגמה:   total += 10;   שקול ל:   total = total + 10;</a:t>
            </a:r>
            <a:endParaRPr lang="en-US" sz="18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פעולות חשבון: כפל וחילוק מתבצעים לפני חיבור וחיסור, ואפשר (ומומלץ) להשתמש בסוגריים לבהירות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3 - חישובים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תוכנית שמקבלת 3 ציונים ומחשבת את הממוצע שלהם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תוכנית שמקבלת מספר שניות כולל, ומדפיסה כמה דקות ושניות זה (רמז: / ו-%)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תוכנית שמקבלת סכום בשקלים, ומחשבת כמה שטרות של 200/100/50/20 צריך כדי לשלם אותו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תוכנית הממירה טמפרטורה מצלזיוס לפרנהייט לפי הנוסחה: F = C * 9/5 + 32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המרת טיפוסים (Type Casting)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Implicit cast - automatic, no data loss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y = x;   // y = 5.0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Explicit cast - possible data loss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pi = 3.9;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(int)pi;   // i = 3   (חיתוך! לא עיגול)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ToString - converts any value to string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 = 5;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num.ToString();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אופרטורים לוגיים והשוואה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השוואה:   ==  שווה      !=  לא שווה      &gt;   &lt;   &gt;=   &lt;=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לוגיים:   &amp;&amp;  וגם (AND)      ||  או (OR)      !   לא (NOT)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אזהרה - טעות נפוצה מאוד:   ==  משמש להשוואה,   =   (יחיד) משמש להשמה!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(age &gt;= 13) &amp;&amp; (age &lt;= 19)  בודק אם הגיל בין 13 ל-19 כולל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(score &gt;= 55) || hasExemption  בודק אם עברו את המבחן או שיש פטור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4 - ביטויים בוליאניים (בכתב)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כתבו ביטוי בוליאני שבודק אם הגיל נמצא בין 13 ל-19 (כולל שני הקצוות)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כתבו ביטוי בוליאני שבודק אם מספר הוא זוגי וגם גדול מ-10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כתבו ביטוי בוליאני שבודק אם תלמיד עבר: הציון 55 ומעלה, או שיש לו פטור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כתבו ביטוי שבודק אם מספר נמצא מחוץ לטווח שבין 0 ל-100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משפטי תנאי</a:t>
            </a:r>
            <a:endParaRPr lang="en-US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תנאי - if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2377440"/>
          </a:xfrm>
          <a:prstGeom prst="roundRect">
            <a:avLst>
              <a:gd name="adj" fmla="val 307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17;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Console.WriteLine("בגיר/ה");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התנאי בתוך הסוגריים הוא true - מבוצע הבלוק שבסוגריים המסולסלים</a:t>
            </a:r>
            <a:endParaRPr lang="en-US" sz="15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התנאי הוא false - הבלוק מדולג לחלוטין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- else if - else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grade = 85;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(grade &gt;= 90)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Console.WriteLine("מצוין (A)");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(grade &gt;= 80)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Console.WriteLine("טוב מאוד (B)");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(grade &gt;= 70)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Console.WriteLine("טוב (C)");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Console.WriteLine("נכשל");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11274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לשרשר תנאים נוספים בעזרת else if - הם נבדקים אחד אחרי השני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ה-else האחרון 'תופס' את כל המקרים שלא התאימו לאף תנאי קודם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תנאים מקוננים וטיפים לכתיבה נקייה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לשים משפט if בתוך משפט if אחר - זה נקרא 'קינון' (Nested if)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כדאי להימנע מקינון עמוק מדי - קשה לקריאה, ולעיתים אפשר לפשט בעזרת &amp;&amp;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 חשוב: הקפידו על התאמת סוגריים מסולסלים { } והזחה (הזחת שורות) עקבית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מסייע לכם: לוחצים על סוגר אחד והוא מדגיש את הזוג התואם לו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switch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day = 3;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 Console.WriteLine("ראשון"); break;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 Console.WriteLine("שני"); break;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3: Console.WriteLine("שלישי"); break;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Console.WriteLine("יום לא תקין");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11274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נוח כשבודקים ערך אחד מול הרבה אפשרויות קבועות (חלופה ל-if-else ארוך)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case חייב break; בסופו - אחרת הריצה 'נופלת' להמשך למקרה הבא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- מה שיקרה אם אף אחד מהמקרים לא התאים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5 - תנאים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תוכנית שמקבלת ציון ומדפיסה 'עובר/ת' או 'נכשל/ת' (הציון עובר הוא 55 ומעלה)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תוכנית שמקבלת שלושה מספרים ומדפיסה את הגדול מבין השלושה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מחשבון פשוט: מקבל שני מספרים ופעולה (+,-,*,/) ומבצע אותה בעזרת switch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תוכנית שמקבלת שנה ומדפיסה אם היא מעוברת (רמז: שנה מתחלקת ב-4, אך לא ב-100, אלא אם כן היא מתחלקת גם ב-400)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תוכנית 'בודק כניסה לסרט': לפי גיל תדפיס 'קטין', 'מבוגר' או 'צריך ליווי הורה'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לולאות</a:t>
            </a:r>
            <a:endParaRPr lang="en-US" sz="3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בכלל צריך לולאות?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לולאה מאפשרת לחזור על קטע קוד מספר פעמים, בלי להעתיק אותו שוב ושוב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להדפיס 'שלום' 100 פעמים - בלי לולאה נצטרך 100 שורות קוד!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בשפת #C יש שלושה סוגי לולאות עיקריים: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- חוזרת כל עוד תנאי מסוים מתקיים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do-while - כמו while, אך מבצעת את הגוף לפחות פעם אחת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- נוחה כשיודעים מראש כמה פעמים לחזור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לולאת while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2834640"/>
          </a:xfrm>
          <a:prstGeom prst="roundRect">
            <a:avLst>
              <a:gd name="adj" fmla="val 258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&lt;= 5)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i++;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1 2 3 4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112745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התנאי נבדק לפני כל חזרה - אם הוא false מההתחלה, הלולאה לא תרוץ אף פעם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חובה לדאוג שהתנאי יהפוך ל-false בשלב מסוים - אחרת נקבל לולאה אינסופית!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לולאת do-while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2743200"/>
          </a:xfrm>
          <a:prstGeom prst="roundRect">
            <a:avLst>
              <a:gd name="adj" fmla="val 2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Console.Write("הכנס מספר חיובי: ");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Convert.ToInt32(Console.ReadLine());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(num &lt;= 0);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251960"/>
            <a:ext cx="11274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ההבדל מ-while: גוף הלולאה מתבצע פעם אחת קודם, ורק לאחר מכן נבדק התנאי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שימושי כשרוצים שהקוד ירוץ לפחות פעם אחת - למשל אימות קלט מהמשתמש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לולאת for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0817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Console.WriteLine(i);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1 2 3 4 5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 also count backwards: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10; i &gt; 0; i--)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11274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חלקים בסוגריים: אתחול ; תנאי ; עדכון - מופרדים בנקודה-פסיק</a:t>
            </a:r>
            <a:endParaRPr lang="en-US" sz="14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הכי נוח כשיודעים מראש בדיוק כמה פעמים צריך לחזור על הלולאה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6 - לולאות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הדפיסו את כל המספרים מ-1 עד 20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הדפיסו את כל המספרים הזוגיים בין 1 ל-50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חשבו וחדפיסו את סכום כל המספרים מ-1 עד 100 (בלי להשתמש בנוסחה המוכרת!)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הדפיסו לוח כפל מלא (1 עד 10) עבור מספר שהמשתמש בוחר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תוכנית שסופרת כמה מספרים המשתמש הקליד עד שהוא מקליד את המספר 0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אתגר: ציירו משולש ישר-זווית של כוכביות (*) בעזרת שתי לולאות מקוננות (for בתוך for)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שגיאות נפוצות ואיך מנפים אותן (Debugging)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שגיאת תחביר (Syntax Error) - למשל נקודה-פסיק חסרה, סוגריים לא תואמים; VS מסמן באדום מתחת לשורה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שגיאת ריצה (Runtime Error) - למשל חילוק באפס, או קלט לא תקין להמרה (Convert)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שגיאה לוגית - התוכנית רצה בלי קריסה, אך נותנת תוצאה שגויה - הכי קשה לאתר!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דיבוג מרכזיים ב-Visual Studio: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 (F9) - עצירת הריצה בשורה מסוימת לבדיקה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Over / Step Into (F10 / F11) - התקדמות שורה-שורה בזמן דיבוג</a:t>
            </a:r>
            <a:endParaRPr lang="en-US" sz="1600" dirty="0"/>
          </a:p>
          <a:p>
            <a:pPr rtl="1" algn="r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חלונות Locals / Watch - בדיקת הערכים הנוכחיים של המשתנים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השיעור - מה למדנו היום?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מהו תכנות, מהו אלגוריתם, ומה ההבדל בין שפות תכנות שונות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 סביבת פיתוח (IDE) והיכרות ראשונה עם Visual Studio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בסיסי של תוכנית ב-#C, הדפסה למסך והוספת הערות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משתנים, טיפוסי נתונים בסיסיים, קלט מהמשתמש והמרת טיפוסים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אופרטורים חשבוניים, השוואה ולוגיים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משפטי תנאי: if / else if / else / switch</a:t>
            </a:r>
            <a:endParaRPr lang="en-US" sz="16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לולאות: while, do-while, for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411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411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C1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שיעורי בית - תרגול מסכם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תוכנית 'מחשבון BMI': מקבלת משקל (ק"ג) וגובה (מ') ומחשבת ומציגה מדד BMI, כולל קטגוריה (תת-משקל/תקין/עודף) בעזרת if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תוכנית שמקבלת מספר שלם וקובעת אם הוא ראשוני (השתמשו בלולאת for ובמודולו %)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תוכנית 'ניחוש מספר': המחשב 'בוחר' מספר קבוע בקוד, והמשתמש מנחש שוב ושוב (do-while) עד שהוא צודק, כשבכל ניסיון מקבל רמז 'גבוה מדי'/'נמוך מדי'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תוכנית שמדפיסה טבלת המרה בין מעלות צלזיוס לפרנהייט עבור טווח שלם, בעזרת לולאת for</a:t>
            </a:r>
            <a:endParaRPr lang="en-US" sz="17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תוכנית תפריט: מציגה למשתמש תפריט אפשרויות (switch) בתוך לולאה, עד שהוא בוחר 'יציאה'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1 - מבוא לתכנות ו-C#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C1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השיעור הבא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מערכים, פונקציות ותרגול נוסף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0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2026-09-05T15:03:16Z</dcterms:created>
  <dcterms:modified xsi:type="dcterms:W3CDTF">2026-09-05T15:03:16Z</dcterms:modified>
</cp:coreProperties>
</file>